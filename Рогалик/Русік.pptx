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Montserrat Black"/>
      <p:bold r:id="rId18"/>
      <p:boldItalic r:id="rId19"/>
    </p:embeddedFont>
    <p:embeddedFont>
      <p:font typeface="Montserrat Medium"/>
      <p:regular r:id="rId20"/>
      <p:bold r:id="rId21"/>
      <p:italic r:id="rId22"/>
      <p:boldItalic r:id="rId23"/>
    </p:embeddedFont>
    <p:embeddedFont>
      <p:font typeface="Montserrat ExtraBold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115">
          <p15:clr>
            <a:srgbClr val="9AA0A6"/>
          </p15:clr>
        </p15:guide>
        <p15:guide id="2" orient="horz" pos="110">
          <p15:clr>
            <a:srgbClr val="9AA0A6"/>
          </p15:clr>
        </p15:guide>
        <p15:guide id="3" orient="horz" pos="3130">
          <p15:clr>
            <a:srgbClr val="9AA0A6"/>
          </p15:clr>
        </p15:guide>
        <p15:guide id="4" pos="5655">
          <p15:clr>
            <a:srgbClr val="9AA0A6"/>
          </p15:clr>
        </p15:guide>
        <p15:guide id="5" pos="4704">
          <p15:clr>
            <a:srgbClr val="9AA0A6"/>
          </p15:clr>
        </p15:guide>
        <p15:guide id="6" pos="353">
          <p15:clr>
            <a:srgbClr val="9AA0A6"/>
          </p15:clr>
        </p15:guide>
        <p15:guide id="7" pos="4459">
          <p15:clr>
            <a:srgbClr val="9AA0A6"/>
          </p15:clr>
        </p15:guide>
        <p15:guide id="8" orient="horz" pos="696">
          <p15:clr>
            <a:srgbClr val="9AA0A6"/>
          </p15:clr>
        </p15:guide>
        <p15:guide id="9" orient="horz" pos="1622">
          <p15:clr>
            <a:srgbClr val="9AA0A6"/>
          </p15:clr>
        </p15:guide>
        <p15:guide id="10" orient="horz" pos="2018">
          <p15:clr>
            <a:srgbClr val="9AA0A6"/>
          </p15:clr>
        </p15:guide>
        <p15:guide id="11" orient="horz" pos="2885">
          <p15:clr>
            <a:srgbClr val="9AA0A6"/>
          </p15:clr>
        </p15:guide>
        <p15:guide id="12" pos="2098">
          <p15:clr>
            <a:srgbClr val="9AA0A6"/>
          </p15:clr>
        </p15:guide>
        <p15:guide id="13" pos="3918">
          <p15:clr>
            <a:srgbClr val="9AA0A6"/>
          </p15:clr>
        </p15:guide>
        <p15:guide id="14" pos="4311">
          <p15:clr>
            <a:srgbClr val="9AA0A6"/>
          </p15:clr>
        </p15:guide>
        <p15:guide id="15" orient="horz" pos="983">
          <p15:clr>
            <a:srgbClr val="9AA0A6"/>
          </p15:clr>
        </p15:guide>
        <p15:guide id="16" orient="horz" pos="1620">
          <p15:clr>
            <a:srgbClr val="9AA0A6"/>
          </p15:clr>
        </p15:guide>
      </p15:sldGuideLst>
    </p:ext>
    <p:ext uri="GoogleSlidesCustomDataVersion2">
      <go:slidesCustomData xmlns:go="http://customooxmlschemas.google.com/" r:id="rId26" roundtripDataSignature="AMtx7miJVZOFwzmiOWADLOBAVyUhvZbI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5"/>
        <p:guide pos="110" orient="horz"/>
        <p:guide pos="3130" orient="horz"/>
        <p:guide pos="5655"/>
        <p:guide pos="4704"/>
        <p:guide pos="353"/>
        <p:guide pos="4459"/>
        <p:guide pos="696" orient="horz"/>
        <p:guide pos="1622" orient="horz"/>
        <p:guide pos="2018" orient="horz"/>
        <p:guide pos="2885" orient="horz"/>
        <p:guide pos="2098"/>
        <p:guide pos="3918"/>
        <p:guide pos="4311"/>
        <p:guide pos="983" orient="horz"/>
        <p:guide pos="16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regular.fntdata"/><Relationship Id="rId22" Type="http://schemas.openxmlformats.org/officeDocument/2006/relationships/font" Target="fonts/MontserratMedium-italic.fntdata"/><Relationship Id="rId21" Type="http://schemas.openxmlformats.org/officeDocument/2006/relationships/font" Target="fonts/MontserratMedium-bold.fntdata"/><Relationship Id="rId24" Type="http://schemas.openxmlformats.org/officeDocument/2006/relationships/font" Target="fonts/MontserratExtraBold-bold.fntdata"/><Relationship Id="rId23" Type="http://schemas.openxmlformats.org/officeDocument/2006/relationships/font" Target="fonts/Montserrat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Montserrat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19" Type="http://schemas.openxmlformats.org/officeDocument/2006/relationships/font" Target="fonts/MontserratBlack-boldItalic.fntdata"/><Relationship Id="rId18" Type="http://schemas.openxmlformats.org/officeDocument/2006/relationships/font" Target="fonts/MontserratBlac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0f378193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0f378193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22e0b67126_0_5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22e0b67126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6645a5562d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6645a5562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91b8794acf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91b8794a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6645a5562d_0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6645a5562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6645a5562d_0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6645a5562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6645a5562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6645a5562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1b8794ac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91b8794ac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8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0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6">
  <p:cSld name="TITLE_6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g2205252eed3_1_1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2205252eed3_1_1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g2205252eed3_1_1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ова тема текст">
  <p:cSld name="CUSTOM_1_1_1_1_1_1_1_1_1_1_3_1_1_4_1_1_1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2205252eed3_1_58"/>
          <p:cNvSpPr/>
          <p:nvPr/>
        </p:nvSpPr>
        <p:spPr>
          <a:xfrm>
            <a:off x="0" y="4953000"/>
            <a:ext cx="9144000" cy="198300"/>
          </a:xfrm>
          <a:prstGeom prst="rect">
            <a:avLst/>
          </a:prstGeom>
          <a:solidFill>
            <a:srgbClr val="602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g2205252eed3_1_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00900" y="4311200"/>
            <a:ext cx="730151" cy="72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g2205252eed3_1_58"/>
          <p:cNvPicPr preferRelativeResize="0"/>
          <p:nvPr/>
        </p:nvPicPr>
        <p:blipFill rotWithShape="1">
          <a:blip r:embed="rId3">
            <a:alphaModFix amt="25000"/>
          </a:blip>
          <a:srcRect b="0" l="19776" r="15100" t="0"/>
          <a:stretch/>
        </p:blipFill>
        <p:spPr>
          <a:xfrm>
            <a:off x="8144850" y="213469"/>
            <a:ext cx="737100" cy="84746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g2205252eed3_1_58"/>
          <p:cNvSpPr txBox="1"/>
          <p:nvPr>
            <p:ph idx="1" type="subTitle"/>
          </p:nvPr>
        </p:nvSpPr>
        <p:spPr>
          <a:xfrm>
            <a:off x="288775" y="4628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None/>
              <a:defRPr b="0" i="0" sz="12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найомство текст" type="title">
  <p:cSld name="TITLE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2205252eed3_1_1"/>
          <p:cNvSpPr/>
          <p:nvPr/>
        </p:nvSpPr>
        <p:spPr>
          <a:xfrm>
            <a:off x="50" y="4968325"/>
            <a:ext cx="9144000" cy="175200"/>
          </a:xfrm>
          <a:prstGeom prst="rect">
            <a:avLst/>
          </a:prstGeom>
          <a:solidFill>
            <a:srgbClr val="95C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81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g2205252eed3_1_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82688" y="4148612"/>
            <a:ext cx="656338" cy="819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g2205252eed3_1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025" y="4120850"/>
            <a:ext cx="710599" cy="84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g2205252eed3_1_1"/>
          <p:cNvPicPr preferRelativeResize="0"/>
          <p:nvPr/>
        </p:nvPicPr>
        <p:blipFill rotWithShape="1">
          <a:blip r:embed="rId4">
            <a:alphaModFix amt="25000"/>
          </a:blip>
          <a:srcRect b="0" l="19776" r="15100" t="0"/>
          <a:stretch/>
        </p:blipFill>
        <p:spPr>
          <a:xfrm>
            <a:off x="8144850" y="213469"/>
            <a:ext cx="737100" cy="84746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g2205252eed3_1_1"/>
          <p:cNvSpPr txBox="1"/>
          <p:nvPr/>
        </p:nvSpPr>
        <p:spPr>
          <a:xfrm>
            <a:off x="279225" y="4613175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" name="Google Shape;21;g2205252eed3_1_1"/>
          <p:cNvSpPr txBox="1"/>
          <p:nvPr/>
        </p:nvSpPr>
        <p:spPr>
          <a:xfrm>
            <a:off x="290575" y="47562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uk" sz="1200" u="none" cap="none" strike="noStrike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Знайомство</a:t>
            </a:r>
            <a:endParaRPr b="0" i="0" sz="1200" u="none" cap="none" strike="noStrike">
              <a:solidFill>
                <a:schemeClr val="accent4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A82C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суждение">
  <p:cSld name="CUSTOM_1_1_1_1_1_1_1_1_1_1_3_1_1_4_1_1_2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2205252eed3_1_135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g2205252eed3_1_135"/>
          <p:cNvSpPr txBox="1"/>
          <p:nvPr>
            <p:ph idx="1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ontserrat Medium"/>
              <a:buNone/>
              <a:defRPr b="0" i="0" sz="1200" u="none" cap="none" strike="noStrike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25" name="Google Shape;25;g2205252eed3_1_1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88700" y="4365200"/>
            <a:ext cx="508225" cy="552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говорення текст 1">
  <p:cSld name="TITLE_7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2205252eed3_1_8"/>
          <p:cNvSpPr/>
          <p:nvPr/>
        </p:nvSpPr>
        <p:spPr>
          <a:xfrm>
            <a:off x="50" y="4968325"/>
            <a:ext cx="9144000" cy="175200"/>
          </a:xfrm>
          <a:prstGeom prst="rect">
            <a:avLst/>
          </a:prstGeom>
          <a:solidFill>
            <a:srgbClr val="95C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81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g2205252eed3_1_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82688" y="4148612"/>
            <a:ext cx="656338" cy="819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g2205252eed3_1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025" y="4120850"/>
            <a:ext cx="710599" cy="84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g2205252eed3_1_8"/>
          <p:cNvPicPr preferRelativeResize="0"/>
          <p:nvPr/>
        </p:nvPicPr>
        <p:blipFill rotWithShape="1">
          <a:blip r:embed="rId4">
            <a:alphaModFix amt="25000"/>
          </a:blip>
          <a:srcRect b="0" l="19776" r="15100" t="0"/>
          <a:stretch/>
        </p:blipFill>
        <p:spPr>
          <a:xfrm>
            <a:off x="8144850" y="213469"/>
            <a:ext cx="737100" cy="847468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g2205252eed3_1_8"/>
          <p:cNvSpPr txBox="1"/>
          <p:nvPr/>
        </p:nvSpPr>
        <p:spPr>
          <a:xfrm>
            <a:off x="279225" y="4613175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" name="Google Shape;32;g2205252eed3_1_8"/>
          <p:cNvSpPr txBox="1"/>
          <p:nvPr>
            <p:ph idx="1" type="subTitle"/>
          </p:nvPr>
        </p:nvSpPr>
        <p:spPr>
          <a:xfrm>
            <a:off x="288775" y="4628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C11F"/>
              </a:buClr>
              <a:buSzPts val="1200"/>
              <a:buFont typeface="Montserrat Medium"/>
              <a:buNone/>
              <a:defRPr b="0" i="0" sz="1200" u="none" cap="none" strike="noStrike">
                <a:solidFill>
                  <a:srgbClr val="95C11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говорення" type="blank">
  <p:cSld name="BLANK">
    <p:bg>
      <p:bgPr>
        <a:solidFill>
          <a:srgbClr val="95C11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2205252eed3_1_28"/>
          <p:cNvSpPr/>
          <p:nvPr/>
        </p:nvSpPr>
        <p:spPr>
          <a:xfrm>
            <a:off x="449250" y="322800"/>
            <a:ext cx="8245500" cy="450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" name="Google Shape;35;g2205252eed3_1_28"/>
          <p:cNvSpPr/>
          <p:nvPr/>
        </p:nvSpPr>
        <p:spPr>
          <a:xfrm>
            <a:off x="995225" y="717925"/>
            <a:ext cx="134700" cy="134700"/>
          </a:xfrm>
          <a:prstGeom prst="ellipse">
            <a:avLst/>
          </a:prstGeom>
          <a:solidFill>
            <a:srgbClr val="95C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Google Shape;36;g2205252eed3_1_28"/>
          <p:cNvSpPr/>
          <p:nvPr/>
        </p:nvSpPr>
        <p:spPr>
          <a:xfrm>
            <a:off x="1211575" y="717925"/>
            <a:ext cx="134700" cy="134700"/>
          </a:xfrm>
          <a:prstGeom prst="ellipse">
            <a:avLst/>
          </a:prstGeom>
          <a:solidFill>
            <a:srgbClr val="FFD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" name="Google Shape;37;g2205252eed3_1_28"/>
          <p:cNvSpPr/>
          <p:nvPr/>
        </p:nvSpPr>
        <p:spPr>
          <a:xfrm>
            <a:off x="1427925" y="717925"/>
            <a:ext cx="134700" cy="134700"/>
          </a:xfrm>
          <a:prstGeom prst="ellipse">
            <a:avLst/>
          </a:prstGeom>
          <a:solidFill>
            <a:srgbClr val="602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8" name="Google Shape;38;g2205252eed3_1_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2700" y="3270250"/>
            <a:ext cx="1245975" cy="155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g2205252eed3_1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8675" y="3270250"/>
            <a:ext cx="1304800" cy="1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g2205252eed3_1_28"/>
          <p:cNvSpPr txBox="1"/>
          <p:nvPr/>
        </p:nvSpPr>
        <p:spPr>
          <a:xfrm>
            <a:off x="896500" y="1928100"/>
            <a:ext cx="528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uk" sz="18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Обговорення:</a:t>
            </a:r>
            <a:endParaRPr b="0" i="0" sz="18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627">
          <p15:clr>
            <a:srgbClr val="E46962"/>
          </p15:clr>
        </p15:guide>
        <p15:guide id="2" orient="horz" pos="1368">
          <p15:clr>
            <a:srgbClr val="E46962"/>
          </p15:clr>
        </p15:guide>
        <p15:guide id="3" orient="horz" pos="1453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ова тема">
  <p:cSld name="CUSTOM_1_1_1_1_1_1_1_1_1_1_3_1_1_4_3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2205252eed3_1_51"/>
          <p:cNvSpPr/>
          <p:nvPr/>
        </p:nvSpPr>
        <p:spPr>
          <a:xfrm>
            <a:off x="449250" y="319950"/>
            <a:ext cx="8245500" cy="450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" name="Google Shape;43;g2205252eed3_1_51"/>
          <p:cNvSpPr/>
          <p:nvPr/>
        </p:nvSpPr>
        <p:spPr>
          <a:xfrm>
            <a:off x="995225" y="717925"/>
            <a:ext cx="134700" cy="134700"/>
          </a:xfrm>
          <a:prstGeom prst="ellipse">
            <a:avLst/>
          </a:prstGeom>
          <a:solidFill>
            <a:srgbClr val="602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" name="Google Shape;44;g2205252eed3_1_51"/>
          <p:cNvSpPr/>
          <p:nvPr/>
        </p:nvSpPr>
        <p:spPr>
          <a:xfrm>
            <a:off x="1211575" y="717925"/>
            <a:ext cx="134700" cy="134700"/>
          </a:xfrm>
          <a:prstGeom prst="ellipse">
            <a:avLst/>
          </a:prstGeom>
          <a:solidFill>
            <a:srgbClr val="FFD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" name="Google Shape;45;g2205252eed3_1_51"/>
          <p:cNvSpPr/>
          <p:nvPr/>
        </p:nvSpPr>
        <p:spPr>
          <a:xfrm>
            <a:off x="1427925" y="717925"/>
            <a:ext cx="134700" cy="134700"/>
          </a:xfrm>
          <a:prstGeom prst="ellipse">
            <a:avLst/>
          </a:prstGeom>
          <a:solidFill>
            <a:srgbClr val="DD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" name="Google Shape;46;g2205252eed3_1_51"/>
          <p:cNvSpPr txBox="1"/>
          <p:nvPr/>
        </p:nvSpPr>
        <p:spPr>
          <a:xfrm>
            <a:off x="884175" y="1919975"/>
            <a:ext cx="46803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uk" sz="18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Нова тема:</a:t>
            </a:r>
            <a:endParaRPr b="0" i="0" sz="18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602B7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7" name="Google Shape;47;g2205252eed3_1_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52402" y="1468800"/>
            <a:ext cx="3183836" cy="3158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  <p15:guide id="31" pos="627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акет перерви">
  <p:cSld name="CUSTOM_1_1_1_1_1_1_1_1_1_1_3_1_1_4_4_1_1_1">
    <p:bg>
      <p:bgPr>
        <a:solidFill>
          <a:schemeClr val="accent3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205252eed3_1_63"/>
          <p:cNvSpPr/>
          <p:nvPr/>
        </p:nvSpPr>
        <p:spPr>
          <a:xfrm>
            <a:off x="449250" y="322800"/>
            <a:ext cx="8245500" cy="450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" name="Google Shape;50;g2205252eed3_1_63"/>
          <p:cNvSpPr/>
          <p:nvPr/>
        </p:nvSpPr>
        <p:spPr>
          <a:xfrm>
            <a:off x="995225" y="717925"/>
            <a:ext cx="134700" cy="134700"/>
          </a:xfrm>
          <a:prstGeom prst="ellipse">
            <a:avLst/>
          </a:prstGeom>
          <a:solidFill>
            <a:srgbClr val="E741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" name="Google Shape;51;g2205252eed3_1_63"/>
          <p:cNvSpPr/>
          <p:nvPr/>
        </p:nvSpPr>
        <p:spPr>
          <a:xfrm>
            <a:off x="1211575" y="717925"/>
            <a:ext cx="134700" cy="134700"/>
          </a:xfrm>
          <a:prstGeom prst="ellipse">
            <a:avLst/>
          </a:prstGeom>
          <a:solidFill>
            <a:srgbClr val="FFD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" name="Google Shape;52;g2205252eed3_1_63"/>
          <p:cNvSpPr/>
          <p:nvPr/>
        </p:nvSpPr>
        <p:spPr>
          <a:xfrm>
            <a:off x="1427925" y="717925"/>
            <a:ext cx="134700" cy="134700"/>
          </a:xfrm>
          <a:prstGeom prst="ellipse">
            <a:avLst/>
          </a:prstGeom>
          <a:solidFill>
            <a:srgbClr val="602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3" name="Google Shape;53;g2205252eed3_1_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68750" y="2385755"/>
            <a:ext cx="1562075" cy="233964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g2205252eed3_1_63"/>
          <p:cNvSpPr txBox="1"/>
          <p:nvPr/>
        </p:nvSpPr>
        <p:spPr>
          <a:xfrm>
            <a:off x="842575" y="2023200"/>
            <a:ext cx="5039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uk" sz="3000" u="none" cap="none" strike="noStrike">
                <a:solidFill>
                  <a:srgbClr val="602B7A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Перерва</a:t>
            </a:r>
            <a:endParaRPr b="0" i="0" sz="3000" u="none" cap="none" strike="noStrike">
              <a:solidFill>
                <a:srgbClr val="602B7A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кінчення уроку">
  <p:cSld name="CUSTOM_1_1_1_1_1_1_1_1_1_1_3_1_1_4_4_1_1_1_1_1_1_1">
    <p:bg>
      <p:bgPr>
        <a:solidFill>
          <a:srgbClr val="DDF0FB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205252eed3_1_99"/>
          <p:cNvSpPr/>
          <p:nvPr/>
        </p:nvSpPr>
        <p:spPr>
          <a:xfrm>
            <a:off x="449250" y="322800"/>
            <a:ext cx="8245500" cy="450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g2205252eed3_1_99"/>
          <p:cNvSpPr/>
          <p:nvPr/>
        </p:nvSpPr>
        <p:spPr>
          <a:xfrm>
            <a:off x="995225" y="717925"/>
            <a:ext cx="134700" cy="134700"/>
          </a:xfrm>
          <a:prstGeom prst="ellipse">
            <a:avLst/>
          </a:prstGeom>
          <a:solidFill>
            <a:srgbClr val="DDF0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g2205252eed3_1_99"/>
          <p:cNvSpPr/>
          <p:nvPr/>
        </p:nvSpPr>
        <p:spPr>
          <a:xfrm>
            <a:off x="1211575" y="717925"/>
            <a:ext cx="134700" cy="134700"/>
          </a:xfrm>
          <a:prstGeom prst="ellipse">
            <a:avLst/>
          </a:prstGeom>
          <a:solidFill>
            <a:srgbClr val="FFD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" name="Google Shape;59;g2205252eed3_1_99"/>
          <p:cNvSpPr/>
          <p:nvPr/>
        </p:nvSpPr>
        <p:spPr>
          <a:xfrm>
            <a:off x="1427925" y="717925"/>
            <a:ext cx="134700" cy="134700"/>
          </a:xfrm>
          <a:prstGeom prst="ellipse">
            <a:avLst/>
          </a:prstGeom>
          <a:solidFill>
            <a:srgbClr val="602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0" name="Google Shape;60;g2205252eed3_1_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31125" y="1399450"/>
            <a:ext cx="3134900" cy="34064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205252eed3_1_99"/>
          <p:cNvSpPr txBox="1"/>
          <p:nvPr/>
        </p:nvSpPr>
        <p:spPr>
          <a:xfrm>
            <a:off x="842575" y="2023200"/>
            <a:ext cx="5039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uk" sz="3000" u="none" cap="none" strike="noStrike">
                <a:solidFill>
                  <a:srgbClr val="602B7A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Завершення уроку</a:t>
            </a:r>
            <a:endParaRPr b="0" i="0" sz="3000" u="none" cap="none" strike="noStrike">
              <a:solidFill>
                <a:srgbClr val="602B7A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кінчення уроку текст">
  <p:cSld name="CUSTOM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205252eed3_1_106"/>
          <p:cNvSpPr/>
          <p:nvPr/>
        </p:nvSpPr>
        <p:spPr>
          <a:xfrm>
            <a:off x="25" y="4917475"/>
            <a:ext cx="9144000" cy="22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g2205252eed3_1_1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88700" y="4365200"/>
            <a:ext cx="508225" cy="55227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g2205252eed3_1_106"/>
          <p:cNvSpPr txBox="1"/>
          <p:nvPr/>
        </p:nvSpPr>
        <p:spPr>
          <a:xfrm>
            <a:off x="234000" y="4647175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uk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Завершення уроку</a:t>
            </a:r>
            <a:endParaRPr b="0" i="0" sz="1400" u="none" cap="none" strike="noStrike">
              <a:solidFill>
                <a:schemeClr val="accent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бота на платформе. Заголовок. Текст.">
  <p:cSld name="CUSTOM_1_1_1_1_1_1_1_1_1_1_3_1_1_4_1_1_1_2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205252eed3_1_159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2205252eed3_1_159"/>
          <p:cNvSpPr txBox="1"/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9" name="Google Shape;69;g2205252eed3_1_159"/>
          <p:cNvSpPr txBox="1"/>
          <p:nvPr>
            <p:ph idx="1" type="body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g2205252eed3_1_159"/>
          <p:cNvSpPr txBox="1"/>
          <p:nvPr>
            <p:ph idx="2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 Medium"/>
              <a:buNone/>
              <a:defRPr b="0" i="0" sz="12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71" name="Google Shape;71;g2205252eed3_1_1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00900" y="4311200"/>
            <a:ext cx="730151" cy="72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вторення 1">
  <p:cSld name="BLANK_2">
    <p:bg>
      <p:bgPr>
        <a:solidFill>
          <a:srgbClr val="95C11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22e0b67126_0_351"/>
          <p:cNvSpPr/>
          <p:nvPr/>
        </p:nvSpPr>
        <p:spPr>
          <a:xfrm>
            <a:off x="449250" y="322800"/>
            <a:ext cx="8245500" cy="450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g322e0b67126_0_351"/>
          <p:cNvSpPr/>
          <p:nvPr/>
        </p:nvSpPr>
        <p:spPr>
          <a:xfrm>
            <a:off x="995225" y="717925"/>
            <a:ext cx="134700" cy="134700"/>
          </a:xfrm>
          <a:prstGeom prst="ellipse">
            <a:avLst/>
          </a:prstGeom>
          <a:solidFill>
            <a:srgbClr val="95C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g322e0b67126_0_351"/>
          <p:cNvSpPr/>
          <p:nvPr/>
        </p:nvSpPr>
        <p:spPr>
          <a:xfrm>
            <a:off x="1211575" y="717925"/>
            <a:ext cx="134700" cy="134700"/>
          </a:xfrm>
          <a:prstGeom prst="ellipse">
            <a:avLst/>
          </a:prstGeom>
          <a:solidFill>
            <a:srgbClr val="FFD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g322e0b67126_0_351"/>
          <p:cNvSpPr/>
          <p:nvPr/>
        </p:nvSpPr>
        <p:spPr>
          <a:xfrm>
            <a:off x="1427925" y="717925"/>
            <a:ext cx="134700" cy="134700"/>
          </a:xfrm>
          <a:prstGeom prst="ellipse">
            <a:avLst/>
          </a:prstGeom>
          <a:solidFill>
            <a:srgbClr val="602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7" name="Google Shape;77;g322e0b67126_0_3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2700" y="3270250"/>
            <a:ext cx="1245975" cy="155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g322e0b67126_0_3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8675" y="3270250"/>
            <a:ext cx="1304800" cy="1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g322e0b67126_0_351"/>
          <p:cNvSpPr txBox="1"/>
          <p:nvPr/>
        </p:nvSpPr>
        <p:spPr>
          <a:xfrm>
            <a:off x="995225" y="1439700"/>
            <a:ext cx="24270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uk" sz="24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Повторення:</a:t>
            </a:r>
            <a:endParaRPr b="0" i="0" sz="24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627">
          <p15:clr>
            <a:srgbClr val="E46962"/>
          </p15:clr>
        </p15:guide>
        <p15:guide id="2" orient="horz" pos="1368">
          <p15:clr>
            <a:srgbClr val="E46962"/>
          </p15:clr>
        </p15:guide>
        <p15:guide id="3" orient="horz" pos="1453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обота на платформі">
  <p:cSld name="CUSTOM_1_1_1_1_1_1_1_1_1_1_3_1_1_4_4_1_1_1_1">
    <p:bg>
      <p:bgPr>
        <a:solidFill>
          <a:schemeClr val="accent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205252eed3_1_87"/>
          <p:cNvSpPr/>
          <p:nvPr/>
        </p:nvSpPr>
        <p:spPr>
          <a:xfrm>
            <a:off x="449250" y="322800"/>
            <a:ext cx="8245500" cy="450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g2205252eed3_1_87"/>
          <p:cNvSpPr/>
          <p:nvPr/>
        </p:nvSpPr>
        <p:spPr>
          <a:xfrm>
            <a:off x="995225" y="717925"/>
            <a:ext cx="134700" cy="134700"/>
          </a:xfrm>
          <a:prstGeom prst="ellipse">
            <a:avLst/>
          </a:prstGeom>
          <a:solidFill>
            <a:srgbClr val="374C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g2205252eed3_1_87"/>
          <p:cNvSpPr/>
          <p:nvPr/>
        </p:nvSpPr>
        <p:spPr>
          <a:xfrm>
            <a:off x="1211575" y="717925"/>
            <a:ext cx="134700" cy="134700"/>
          </a:xfrm>
          <a:prstGeom prst="ellipse">
            <a:avLst/>
          </a:prstGeom>
          <a:solidFill>
            <a:srgbClr val="FFD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g2205252eed3_1_87"/>
          <p:cNvSpPr/>
          <p:nvPr/>
        </p:nvSpPr>
        <p:spPr>
          <a:xfrm>
            <a:off x="1427925" y="717925"/>
            <a:ext cx="134700" cy="134700"/>
          </a:xfrm>
          <a:prstGeom prst="ellipse">
            <a:avLst/>
          </a:prstGeom>
          <a:solidFill>
            <a:srgbClr val="602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g2205252eed3_1_87"/>
          <p:cNvSpPr txBox="1"/>
          <p:nvPr/>
        </p:nvSpPr>
        <p:spPr>
          <a:xfrm>
            <a:off x="884175" y="1996175"/>
            <a:ext cx="4061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uk" sz="3000" u="none" cap="none" strike="noStrike">
                <a:solidFill>
                  <a:srgbClr val="602B7A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Робота на платформі</a:t>
            </a:r>
            <a:endParaRPr b="0" i="0" sz="3000" u="none" cap="none" strike="noStrike">
              <a:solidFill>
                <a:srgbClr val="602B7A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86" name="Google Shape;86;g2205252eed3_1_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1569" y="2026425"/>
            <a:ext cx="3065500" cy="2752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найомство">
  <p:cSld name="BLANK_1">
    <p:bg>
      <p:bgPr>
        <a:solidFill>
          <a:srgbClr val="95C11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205252eed3_1_36"/>
          <p:cNvSpPr/>
          <p:nvPr/>
        </p:nvSpPr>
        <p:spPr>
          <a:xfrm>
            <a:off x="449250" y="322800"/>
            <a:ext cx="8245500" cy="450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g2205252eed3_1_36"/>
          <p:cNvSpPr/>
          <p:nvPr/>
        </p:nvSpPr>
        <p:spPr>
          <a:xfrm>
            <a:off x="995225" y="717925"/>
            <a:ext cx="134700" cy="134700"/>
          </a:xfrm>
          <a:prstGeom prst="ellipse">
            <a:avLst/>
          </a:prstGeom>
          <a:solidFill>
            <a:srgbClr val="95C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g2205252eed3_1_36"/>
          <p:cNvSpPr/>
          <p:nvPr/>
        </p:nvSpPr>
        <p:spPr>
          <a:xfrm>
            <a:off x="1211575" y="717925"/>
            <a:ext cx="134700" cy="134700"/>
          </a:xfrm>
          <a:prstGeom prst="ellipse">
            <a:avLst/>
          </a:prstGeom>
          <a:solidFill>
            <a:srgbClr val="FFD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g2205252eed3_1_36"/>
          <p:cNvSpPr/>
          <p:nvPr/>
        </p:nvSpPr>
        <p:spPr>
          <a:xfrm>
            <a:off x="1427925" y="717925"/>
            <a:ext cx="134700" cy="134700"/>
          </a:xfrm>
          <a:prstGeom prst="ellipse">
            <a:avLst/>
          </a:prstGeom>
          <a:solidFill>
            <a:srgbClr val="602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2" name="Google Shape;92;g2205252eed3_1_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2700" y="3270250"/>
            <a:ext cx="1245975" cy="155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2205252eed3_1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8675" y="3270250"/>
            <a:ext cx="1304800" cy="1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2205252eed3_1_36"/>
          <p:cNvSpPr txBox="1"/>
          <p:nvPr/>
        </p:nvSpPr>
        <p:spPr>
          <a:xfrm>
            <a:off x="915375" y="1959225"/>
            <a:ext cx="528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uk" sz="3000" u="none" cap="none" strike="noStrike">
                <a:solidFill>
                  <a:srgbClr val="602B7A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Знайомство</a:t>
            </a:r>
            <a:endParaRPr b="0" i="0" sz="3000" u="none" cap="none" strike="noStrike">
              <a:solidFill>
                <a:srgbClr val="602B7A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627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3">
  <p:cSld name="TITLE_3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205252eed3_1_1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g2205252eed3_1_1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g2205252eed3_1_1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 «Новая тема»">
  <p:cSld name="CUSTOM_1_1_1_1_1_1_1_1_1_1_3_1_1_4_4_1">
    <p:bg>
      <p:bgPr>
        <a:solidFill>
          <a:schemeClr val="accent5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205252eed3_1_139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2205252eed3_1_139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g2205252eed3_1_139"/>
          <p:cNvPicPr preferRelativeResize="0"/>
          <p:nvPr/>
        </p:nvPicPr>
        <p:blipFill rotWithShape="1">
          <a:blip r:embed="rId2">
            <a:alphaModFix/>
          </a:blip>
          <a:srcRect b="0" l="413" r="413" t="0"/>
          <a:stretch/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2205252eed3_1_139"/>
          <p:cNvSpPr txBox="1"/>
          <p:nvPr>
            <p:ph idx="1" type="subTitle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g2205252eed3_1_139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105" name="Google Shape;105;g2205252eed3_1_139"/>
          <p:cNvPicPr preferRelativeResize="0"/>
          <p:nvPr/>
        </p:nvPicPr>
        <p:blipFill rotWithShape="1">
          <a:blip r:embed="rId3">
            <a:alphaModFix/>
          </a:blip>
          <a:srcRect b="-58" l="-11184" r="-21335" t="60"/>
          <a:stretch/>
        </p:blipFill>
        <p:spPr>
          <a:xfrm>
            <a:off x="6759550" y="3011700"/>
            <a:ext cx="1950027" cy="165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обота на платформі текст">
  <p:cSld name="CUSTOM_1_1_1_1_1_1_1_1_1_1_3_1_1_4_1_1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205252eed3_1_94"/>
          <p:cNvSpPr/>
          <p:nvPr/>
        </p:nvSpPr>
        <p:spPr>
          <a:xfrm>
            <a:off x="0" y="4939350"/>
            <a:ext cx="9144000" cy="212100"/>
          </a:xfrm>
          <a:prstGeom prst="rect">
            <a:avLst/>
          </a:prstGeom>
          <a:solidFill>
            <a:srgbClr val="374C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g2205252eed3_1_9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8296" y="4234153"/>
            <a:ext cx="870999" cy="781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2205252eed3_1_94"/>
          <p:cNvPicPr preferRelativeResize="0"/>
          <p:nvPr/>
        </p:nvPicPr>
        <p:blipFill rotWithShape="1">
          <a:blip r:embed="rId3">
            <a:alphaModFix amt="25000"/>
          </a:blip>
          <a:srcRect b="0" l="19776" r="15100" t="0"/>
          <a:stretch/>
        </p:blipFill>
        <p:spPr>
          <a:xfrm>
            <a:off x="8144850" y="213469"/>
            <a:ext cx="737100" cy="84746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2205252eed3_1_94"/>
          <p:cNvSpPr txBox="1"/>
          <p:nvPr>
            <p:ph idx="1" type="subTitle"/>
          </p:nvPr>
        </p:nvSpPr>
        <p:spPr>
          <a:xfrm>
            <a:off x="288775" y="4628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C92"/>
              </a:buClr>
              <a:buSzPts val="1200"/>
              <a:buFont typeface="Montserrat Medium"/>
              <a:buNone/>
              <a:defRPr b="0" i="0" sz="1200" u="none" cap="none" strike="noStrike">
                <a:solidFill>
                  <a:srgbClr val="374C9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вторення">
  <p:cSld name="CAPTION_ONLY">
    <p:bg>
      <p:bgPr>
        <a:solidFill>
          <a:srgbClr val="FF814B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205252eed3_1_15"/>
          <p:cNvSpPr/>
          <p:nvPr/>
        </p:nvSpPr>
        <p:spPr>
          <a:xfrm>
            <a:off x="511675" y="319950"/>
            <a:ext cx="8245500" cy="450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g2205252eed3_1_15"/>
          <p:cNvSpPr/>
          <p:nvPr/>
        </p:nvSpPr>
        <p:spPr>
          <a:xfrm>
            <a:off x="995225" y="717925"/>
            <a:ext cx="134700" cy="134700"/>
          </a:xfrm>
          <a:prstGeom prst="ellipse">
            <a:avLst/>
          </a:prstGeom>
          <a:solidFill>
            <a:srgbClr val="FF81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g2205252eed3_1_15"/>
          <p:cNvSpPr/>
          <p:nvPr/>
        </p:nvSpPr>
        <p:spPr>
          <a:xfrm>
            <a:off x="1211575" y="717925"/>
            <a:ext cx="134700" cy="134700"/>
          </a:xfrm>
          <a:prstGeom prst="ellipse">
            <a:avLst/>
          </a:prstGeom>
          <a:solidFill>
            <a:srgbClr val="FFD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g2205252eed3_1_15"/>
          <p:cNvSpPr/>
          <p:nvPr/>
        </p:nvSpPr>
        <p:spPr>
          <a:xfrm>
            <a:off x="1427925" y="717925"/>
            <a:ext cx="134700" cy="134700"/>
          </a:xfrm>
          <a:prstGeom prst="ellipse">
            <a:avLst/>
          </a:prstGeom>
          <a:solidFill>
            <a:srgbClr val="602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6" name="Google Shape;116;g2205252eed3_1_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20274" y="1893872"/>
            <a:ext cx="2289275" cy="318507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2205252eed3_1_15"/>
          <p:cNvSpPr txBox="1"/>
          <p:nvPr/>
        </p:nvSpPr>
        <p:spPr>
          <a:xfrm>
            <a:off x="915375" y="1959225"/>
            <a:ext cx="528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uk" sz="18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Повторення:</a:t>
            </a:r>
            <a:endParaRPr b="0" i="0" sz="18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вторення текст">
  <p:cSld name="BIG_NUMBER"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205252eed3_1_22"/>
          <p:cNvSpPr/>
          <p:nvPr/>
        </p:nvSpPr>
        <p:spPr>
          <a:xfrm>
            <a:off x="-8050" y="4968325"/>
            <a:ext cx="9144000" cy="175200"/>
          </a:xfrm>
          <a:prstGeom prst="rect">
            <a:avLst/>
          </a:prstGeom>
          <a:solidFill>
            <a:srgbClr val="FF81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81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g2205252eed3_1_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91975" y="4010950"/>
            <a:ext cx="1066175" cy="9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2205252eed3_1_22"/>
          <p:cNvPicPr preferRelativeResize="0"/>
          <p:nvPr/>
        </p:nvPicPr>
        <p:blipFill rotWithShape="1">
          <a:blip r:embed="rId3">
            <a:alphaModFix amt="25000"/>
          </a:blip>
          <a:srcRect b="0" l="19776" r="15100" t="0"/>
          <a:stretch/>
        </p:blipFill>
        <p:spPr>
          <a:xfrm>
            <a:off x="8144850" y="213469"/>
            <a:ext cx="737100" cy="84746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2205252eed3_1_22"/>
          <p:cNvSpPr txBox="1"/>
          <p:nvPr/>
        </p:nvSpPr>
        <p:spPr>
          <a:xfrm>
            <a:off x="3886200" y="3200400"/>
            <a:ext cx="76200" cy="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2205252eed3_1_22"/>
          <p:cNvSpPr txBox="1"/>
          <p:nvPr>
            <p:ph idx="1" type="subTitle"/>
          </p:nvPr>
        </p:nvSpPr>
        <p:spPr>
          <a:xfrm>
            <a:off x="288775" y="4628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14B"/>
              </a:buClr>
              <a:buSzPts val="1200"/>
              <a:buFont typeface="Montserrat Medium"/>
              <a:buNone/>
              <a:defRPr b="0" i="0" sz="1200" u="none" cap="none" strike="noStrike">
                <a:solidFill>
                  <a:srgbClr val="FF814B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а">
  <p:cSld name="CUSTOM_1_1_1_1_1_1_1_1_1_1_3_1_1_4">
    <p:bg>
      <p:bgPr>
        <a:solidFill>
          <a:srgbClr val="602B7A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205252eed3_1_44"/>
          <p:cNvSpPr txBox="1"/>
          <p:nvPr/>
        </p:nvSpPr>
        <p:spPr>
          <a:xfrm>
            <a:off x="636830" y="4404303"/>
            <a:ext cx="19875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uk" sz="14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Завантажити методичку</a:t>
            </a:r>
            <a:endParaRPr b="0" i="0" sz="14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26" name="Google Shape;126;g2205252eed3_1_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9926" y="4596227"/>
            <a:ext cx="266925" cy="2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2205252eed3_1_44"/>
          <p:cNvSpPr txBox="1"/>
          <p:nvPr>
            <p:ph idx="1" type="subTitle"/>
          </p:nvPr>
        </p:nvSpPr>
        <p:spPr>
          <a:xfrm>
            <a:off x="352925" y="1473400"/>
            <a:ext cx="810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8" name="Google Shape;128;g2205252eed3_1_44"/>
          <p:cNvSpPr txBox="1"/>
          <p:nvPr>
            <p:ph type="title"/>
          </p:nvPr>
        </p:nvSpPr>
        <p:spPr>
          <a:xfrm>
            <a:off x="352925" y="1859151"/>
            <a:ext cx="4224300" cy="2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b="0" i="0" sz="40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b="0" i="0" sz="40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b="0" i="0" sz="40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b="0" i="0" sz="40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b="0" i="0" sz="40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b="0" i="0" sz="40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b="0" i="0" sz="40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b="0" i="0" sz="40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b="0" i="0" sz="40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pic>
        <p:nvPicPr>
          <p:cNvPr id="129" name="Google Shape;129;g2205252eed3_1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9625" y="1903000"/>
            <a:ext cx="4048927" cy="3088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2205252eed3_1_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64599" y="311176"/>
            <a:ext cx="3096909" cy="120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упова робота">
  <p:cSld name="CUSTOM_1_1_1_1_1_1_1_1_1_1_3_1_1_4_4_1_1_1_2">
    <p:bg>
      <p:bgPr>
        <a:solidFill>
          <a:srgbClr val="38761D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205252eed3_1_70"/>
          <p:cNvSpPr/>
          <p:nvPr/>
        </p:nvSpPr>
        <p:spPr>
          <a:xfrm>
            <a:off x="449250" y="322800"/>
            <a:ext cx="8245500" cy="450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g2205252eed3_1_70"/>
          <p:cNvSpPr/>
          <p:nvPr/>
        </p:nvSpPr>
        <p:spPr>
          <a:xfrm>
            <a:off x="995225" y="717925"/>
            <a:ext cx="134700" cy="134700"/>
          </a:xfrm>
          <a:prstGeom prst="ellipse">
            <a:avLst/>
          </a:prstGeom>
          <a:solidFill>
            <a:srgbClr val="95C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g2205252eed3_1_70"/>
          <p:cNvSpPr/>
          <p:nvPr/>
        </p:nvSpPr>
        <p:spPr>
          <a:xfrm>
            <a:off x="1211575" y="717925"/>
            <a:ext cx="134700" cy="134700"/>
          </a:xfrm>
          <a:prstGeom prst="ellipse">
            <a:avLst/>
          </a:prstGeom>
          <a:solidFill>
            <a:srgbClr val="FFD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g2205252eed3_1_70"/>
          <p:cNvSpPr/>
          <p:nvPr/>
        </p:nvSpPr>
        <p:spPr>
          <a:xfrm>
            <a:off x="1427925" y="717925"/>
            <a:ext cx="134700" cy="134700"/>
          </a:xfrm>
          <a:prstGeom prst="ellipse">
            <a:avLst/>
          </a:prstGeom>
          <a:solidFill>
            <a:srgbClr val="602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6" name="Google Shape;136;g2205252eed3_1_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81244" y="914400"/>
            <a:ext cx="3814707" cy="346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2205252eed3_1_70"/>
          <p:cNvSpPr txBox="1"/>
          <p:nvPr/>
        </p:nvSpPr>
        <p:spPr>
          <a:xfrm>
            <a:off x="842575" y="2023200"/>
            <a:ext cx="5039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uk" sz="3000" u="none" cap="none" strike="noStrike">
                <a:solidFill>
                  <a:srgbClr val="602B7A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Групова робота</a:t>
            </a:r>
            <a:endParaRPr b="0" i="0" sz="3000" u="none" cap="none" strike="noStrike">
              <a:solidFill>
                <a:srgbClr val="602B7A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упова робота текст">
  <p:cSld name="CUSTOM_1_1_1_1_1_1_1_1_1_1_3_1_1_4_1_1_1_1_1_1"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205252eed3_1_77"/>
          <p:cNvSpPr/>
          <p:nvPr/>
        </p:nvSpPr>
        <p:spPr>
          <a:xfrm>
            <a:off x="0" y="4989275"/>
            <a:ext cx="9144000" cy="1623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g2205252eed3_1_77"/>
          <p:cNvPicPr preferRelativeResize="0"/>
          <p:nvPr/>
        </p:nvPicPr>
        <p:blipFill rotWithShape="1">
          <a:blip r:embed="rId2">
            <a:alphaModFix amt="25000"/>
          </a:blip>
          <a:srcRect b="0" l="19776" r="15100" t="0"/>
          <a:stretch/>
        </p:blipFill>
        <p:spPr>
          <a:xfrm>
            <a:off x="8144850" y="213469"/>
            <a:ext cx="737100" cy="847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2205252eed3_1_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4769" y="4320561"/>
            <a:ext cx="737101" cy="66871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2205252eed3_1_77"/>
          <p:cNvSpPr txBox="1"/>
          <p:nvPr/>
        </p:nvSpPr>
        <p:spPr>
          <a:xfrm>
            <a:off x="416075" y="46199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uk" sz="1200" u="none" cap="none" strike="noStrike">
                <a:solidFill>
                  <a:srgbClr val="3876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Групова робота</a:t>
            </a:r>
            <a:endParaRPr b="0" i="0" sz="1200" u="none" cap="none" strike="noStrike">
              <a:solidFill>
                <a:srgbClr val="3876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акет перерви текст">
  <p:cSld name="CUSTOM_1_1_1_1_1_1_1_1_1_1_3_1_1_4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205252eed3_1_82"/>
          <p:cNvSpPr/>
          <p:nvPr/>
        </p:nvSpPr>
        <p:spPr>
          <a:xfrm>
            <a:off x="0" y="4989275"/>
            <a:ext cx="9144000" cy="162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g2205252eed3_1_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19800" y="4331600"/>
            <a:ext cx="439100" cy="65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2205252eed3_1_82"/>
          <p:cNvPicPr preferRelativeResize="0"/>
          <p:nvPr/>
        </p:nvPicPr>
        <p:blipFill rotWithShape="1">
          <a:blip r:embed="rId3">
            <a:alphaModFix amt="25000"/>
          </a:blip>
          <a:srcRect b="0" l="19776" r="15100" t="0"/>
          <a:stretch/>
        </p:blipFill>
        <p:spPr>
          <a:xfrm>
            <a:off x="8144850" y="213469"/>
            <a:ext cx="737100" cy="84746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2205252eed3_1_82"/>
          <p:cNvSpPr txBox="1"/>
          <p:nvPr/>
        </p:nvSpPr>
        <p:spPr>
          <a:xfrm>
            <a:off x="279225" y="4613175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uk" sz="1400" u="none" cap="none" strike="noStrike">
                <a:solidFill>
                  <a:srgbClr val="E7416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Перерва</a:t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205252eed3_1_1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0" name="Google Shape;150;g2205252eed3_1_1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1" name="Google Shape;151;g2205252eed3_1_1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205252eed3_1_1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g2205252eed3_1_1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g2205252eed3_1_1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4">
  <p:cSld name="TITLE_4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205252eed3_1_1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Google Shape;158;g2205252eed3_1_1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9" name="Google Shape;159;g2205252eed3_1_1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  <p:sp>
        <p:nvSpPr>
          <p:cNvPr id="160" name="Google Shape;160;g2205252eed3_1_122"/>
          <p:cNvSpPr txBox="1"/>
          <p:nvPr>
            <p:ph idx="2" type="subTitle"/>
          </p:nvPr>
        </p:nvSpPr>
        <p:spPr>
          <a:xfrm>
            <a:off x="288775" y="4628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C92"/>
              </a:buClr>
              <a:buSzPts val="1200"/>
              <a:buFont typeface="Montserrat Medium"/>
              <a:buNone/>
              <a:defRPr b="0" i="0" sz="1200" u="none" cap="none" strike="noStrike">
                <a:solidFill>
                  <a:srgbClr val="374C9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5">
  <p:cSld name="TITLE_5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205252eed3_1_1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g2205252eed3_1_1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g2205252eed3_1_1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овая тема. Заголовок. Текст.">
  <p:cSld name="CUSTOM_1_1_1_1_1_1_1_1_1_1_3_1_1_4_1_1_1_3"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205252eed3_1_146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g2205252eed3_1_146"/>
          <p:cNvPicPr preferRelativeResize="0"/>
          <p:nvPr/>
        </p:nvPicPr>
        <p:blipFill rotWithShape="1">
          <a:blip r:embed="rId2">
            <a:alphaModFix/>
          </a:blip>
          <a:srcRect b="-1303" l="-12762" r="-44222" t="-10338"/>
          <a:stretch/>
        </p:blipFill>
        <p:spPr>
          <a:xfrm>
            <a:off x="8201775" y="4388625"/>
            <a:ext cx="818001" cy="65407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2205252eed3_1_146"/>
          <p:cNvSpPr txBox="1"/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9" name="Google Shape;169;g2205252eed3_1_146"/>
          <p:cNvSpPr txBox="1"/>
          <p:nvPr>
            <p:ph idx="1" type="body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g2205252eed3_1_146"/>
          <p:cNvSpPr txBox="1"/>
          <p:nvPr>
            <p:ph idx="2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ontserrat Medium"/>
              <a:buNone/>
              <a:defRPr b="0" i="0" sz="12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 «Работа на платформе»">
  <p:cSld name="CUSTOM_1_1_1_1_1_1_1_1_1_1_3_1_1_4_4_1_1_1_1_1">
    <p:bg>
      <p:bgPr>
        <a:solidFill>
          <a:schemeClr val="accen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205252eed3_1_152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2205252eed3_1_152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g2205252eed3_1_1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2205252eed3_1_152"/>
          <p:cNvSpPr txBox="1"/>
          <p:nvPr>
            <p:ph idx="1" type="subTitle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6" name="Google Shape;176;g2205252eed3_1_152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177" name="Google Shape;177;g2205252eed3_1_152"/>
          <p:cNvPicPr preferRelativeResize="0"/>
          <p:nvPr/>
        </p:nvPicPr>
        <p:blipFill rotWithShape="1">
          <a:blip r:embed="rId3">
            <a:alphaModFix/>
          </a:blip>
          <a:srcRect b="0" l="0" r="-8260" t="0"/>
          <a:stretch/>
        </p:blipFill>
        <p:spPr>
          <a:xfrm>
            <a:off x="6414050" y="2927125"/>
            <a:ext cx="2049726" cy="173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 «Обсуждение»">
  <p:cSld name="CUSTOM_1_1_1_1_1_1_1_1_1_1_3_1_1_4_4_1_1_2">
    <p:bg>
      <p:bgPr>
        <a:solidFill>
          <a:schemeClr val="accent4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205252eed3_1_165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2205252eed3_1_165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g2205252eed3_1_165"/>
          <p:cNvPicPr preferRelativeResize="0"/>
          <p:nvPr/>
        </p:nvPicPr>
        <p:blipFill rotWithShape="1">
          <a:blip r:embed="rId2">
            <a:alphaModFix/>
          </a:blip>
          <a:srcRect b="0" l="413" r="413" t="0"/>
          <a:stretch/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2205252eed3_1_165"/>
          <p:cNvSpPr txBox="1"/>
          <p:nvPr>
            <p:ph idx="1" type="subTitle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3" name="Google Shape;183;g2205252eed3_1_165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184" name="Google Shape;184;g2205252eed3_1_165"/>
          <p:cNvPicPr preferRelativeResize="0"/>
          <p:nvPr/>
        </p:nvPicPr>
        <p:blipFill rotWithShape="1">
          <a:blip r:embed="rId3">
            <a:alphaModFix/>
          </a:blip>
          <a:srcRect b="0" l="0" r="-33743" t="-2827"/>
          <a:stretch/>
        </p:blipFill>
        <p:spPr>
          <a:xfrm>
            <a:off x="6912650" y="2968400"/>
            <a:ext cx="2001076" cy="169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 «Работа на платформе» 1">
  <p:cSld name="CUSTOM_1_1_1_1_1_1_1_1_1_1_3_1_1_4_4_1_1_1_1_2">
    <p:bg>
      <p:bgPr>
        <a:solidFill>
          <a:schemeClr val="accen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205252eed3_1_172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2205252eed3_1_172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g2205252eed3_1_172"/>
          <p:cNvPicPr preferRelativeResize="0"/>
          <p:nvPr/>
        </p:nvPicPr>
        <p:blipFill rotWithShape="1">
          <a:blip r:embed="rId2">
            <a:alphaModFix/>
          </a:blip>
          <a:srcRect b="0" l="413" r="413" t="0"/>
          <a:stretch/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2205252eed3_1_172"/>
          <p:cNvSpPr txBox="1"/>
          <p:nvPr>
            <p:ph idx="1" type="subTitle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0" name="Google Shape;190;g2205252eed3_1_172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191" name="Google Shape;191;g2205252eed3_1_172"/>
          <p:cNvPicPr preferRelativeResize="0"/>
          <p:nvPr/>
        </p:nvPicPr>
        <p:blipFill rotWithShape="1">
          <a:blip r:embed="rId3">
            <a:alphaModFix/>
          </a:blip>
          <a:srcRect b="0" l="0" r="-8260" t="0"/>
          <a:stretch/>
        </p:blipFill>
        <p:spPr>
          <a:xfrm>
            <a:off x="6414050" y="2927125"/>
            <a:ext cx="2049726" cy="173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 «Завершение урока»">
  <p:cSld name="CUSTOM_1_1_1_1_1_1_1_1_1_1_3_1_1_4_4_1_1_1_1_1_1_1_1">
    <p:bg>
      <p:bgPr>
        <a:solidFill>
          <a:schemeClr val="accent3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205252eed3_1_179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2205252eed3_1_179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g2205252eed3_1_179"/>
          <p:cNvPicPr preferRelativeResize="0"/>
          <p:nvPr/>
        </p:nvPicPr>
        <p:blipFill rotWithShape="1">
          <a:blip r:embed="rId2">
            <a:alphaModFix/>
          </a:blip>
          <a:srcRect b="0" l="413" r="413" t="0"/>
          <a:stretch/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2205252eed3_1_179"/>
          <p:cNvSpPr txBox="1"/>
          <p:nvPr>
            <p:ph idx="1" type="subTitle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7" name="Google Shape;197;g2205252eed3_1_179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198" name="Google Shape;198;g2205252eed3_1_1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3600" y="3108084"/>
            <a:ext cx="2674100" cy="1557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вершение урока. Заголовок. Текст.">
  <p:cSld name="CUSTOM_1_1_1_1_1_1_1_1_1_1_3_1_1_4_1_1_1_1_2"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205252eed3_1_186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g2205252eed3_1_186"/>
          <p:cNvPicPr preferRelativeResize="0"/>
          <p:nvPr/>
        </p:nvPicPr>
        <p:blipFill rotWithShape="1">
          <a:blip r:embed="rId2">
            <a:alphaModFix/>
          </a:blip>
          <a:srcRect b="0" l="300" r="-300" t="0"/>
          <a:stretch/>
        </p:blipFill>
        <p:spPr>
          <a:xfrm>
            <a:off x="7863248" y="4465175"/>
            <a:ext cx="991301" cy="57752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2205252eed3_1_186"/>
          <p:cNvSpPr txBox="1"/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03" name="Google Shape;203;g2205252eed3_1_186"/>
          <p:cNvSpPr txBox="1"/>
          <p:nvPr>
            <p:ph idx="1" type="body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4" name="Google Shape;204;g2205252eed3_1_186"/>
          <p:cNvSpPr txBox="1"/>
          <p:nvPr>
            <p:ph idx="2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Montserrat Medium"/>
              <a:buNone/>
              <a:defRPr b="0" i="0" sz="1200" u="none" cap="none" strike="noStrike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Montserrat Medium"/>
              <a:buNone/>
              <a:defRPr b="0" i="0" sz="1400" u="none" cap="none" strike="noStrike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тка_2 1 1">
  <p:cSld name="CUSTOM_1_1_1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205252eed3_1_192"/>
          <p:cNvSpPr/>
          <p:nvPr/>
        </p:nvSpPr>
        <p:spPr>
          <a:xfrm>
            <a:off x="-265050" y="2167675"/>
            <a:ext cx="28500" cy="1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993">
          <p15:clr>
            <a:schemeClr val="accent4"/>
          </p15:clr>
        </p15:guide>
        <p15:guide id="2" pos="2767">
          <p15:clr>
            <a:schemeClr val="accent4"/>
          </p15:clr>
        </p15:guide>
        <p15:guide id="3" pos="2880">
          <p15:clr>
            <a:srgbClr val="6AA84F"/>
          </p15:clr>
        </p15:guide>
        <p15:guide id="4" pos="1996">
          <p15:clr>
            <a:srgbClr val="93C47D"/>
          </p15:clr>
        </p15:guide>
        <p15:guide id="5" pos="3762">
          <p15:clr>
            <a:srgbClr val="6AA84F"/>
          </p15:clr>
        </p15:guide>
        <p15:guide id="6" pos="2109">
          <p15:clr>
            <a:schemeClr val="accent4"/>
          </p15:clr>
        </p15:guide>
        <p15:guide id="7" pos="1882">
          <p15:clr>
            <a:schemeClr val="accent4"/>
          </p15:clr>
        </p15:guide>
        <p15:guide id="8" pos="3649">
          <p15:clr>
            <a:schemeClr val="accent4"/>
          </p15:clr>
        </p15:guide>
        <p15:guide id="9" pos="3876">
          <p15:clr>
            <a:schemeClr val="accent4"/>
          </p15:clr>
        </p15:guide>
        <p15:guide id="10" orient="horz" pos="426">
          <p15:clr>
            <a:srgbClr val="B7B7B7"/>
          </p15:clr>
        </p15:guide>
        <p15:guide id="11" orient="horz" pos="625">
          <p15:clr>
            <a:srgbClr val="B7B7B7"/>
          </p15:clr>
        </p15:guide>
        <p15:guide id="12" orient="horz" pos="824">
          <p15:clr>
            <a:srgbClr val="B7B7B7"/>
          </p15:clr>
        </p15:guide>
        <p15:guide id="13" orient="horz" pos="1023">
          <p15:clr>
            <a:srgbClr val="B7B7B7"/>
          </p15:clr>
        </p15:guide>
        <p15:guide id="14" orient="horz" pos="1222">
          <p15:clr>
            <a:srgbClr val="B7B7B7"/>
          </p15:clr>
        </p15:guide>
        <p15:guide id="15" orient="horz" pos="1421">
          <p15:clr>
            <a:srgbClr val="B7B7B7"/>
          </p15:clr>
        </p15:guide>
        <p15:guide id="16" orient="horz" pos="1620">
          <p15:clr>
            <a:srgbClr val="B7B7B7"/>
          </p15:clr>
        </p15:guide>
        <p15:guide id="17" orient="horz" pos="1819">
          <p15:clr>
            <a:srgbClr val="B7B7B7"/>
          </p15:clr>
        </p15:guide>
        <p15:guide id="18" orient="horz" pos="2018">
          <p15:clr>
            <a:srgbClr val="B7B7B7"/>
          </p15:clr>
        </p15:guide>
        <p15:guide id="19" orient="horz" pos="2217">
          <p15:clr>
            <a:srgbClr val="B7B7B7"/>
          </p15:clr>
        </p15:guide>
        <p15:guide id="20" orient="horz" pos="2416">
          <p15:clr>
            <a:srgbClr val="B7B7B7"/>
          </p15:clr>
        </p15:guide>
        <p15:guide id="21" orient="horz" pos="2615">
          <p15:clr>
            <a:srgbClr val="B7B7B7"/>
          </p15:clr>
        </p15:guide>
        <p15:guide id="22" orient="horz" pos="2814">
          <p15:clr>
            <a:srgbClr val="B7B7B7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9" Type="http://schemas.openxmlformats.org/officeDocument/2006/relationships/image" Target="../media/image28.png"/><Relationship Id="rId5" Type="http://schemas.openxmlformats.org/officeDocument/2006/relationships/image" Target="../media/image27.png"/><Relationship Id="rId6" Type="http://schemas.openxmlformats.org/officeDocument/2006/relationships/image" Target="../media/image24.png"/><Relationship Id="rId7" Type="http://schemas.openxmlformats.org/officeDocument/2006/relationships/image" Target="../media/image26.png"/><Relationship Id="rId8" Type="http://schemas.openxmlformats.org/officeDocument/2006/relationships/image" Target="../media/image3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9.png"/><Relationship Id="rId4" Type="http://schemas.openxmlformats.org/officeDocument/2006/relationships/image" Target="../media/image31.png"/><Relationship Id="rId5" Type="http://schemas.openxmlformats.org/officeDocument/2006/relationships/image" Target="../media/image29.png"/><Relationship Id="rId6" Type="http://schemas.openxmlformats.org/officeDocument/2006/relationships/image" Target="../media/image3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02B7A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g30f3781933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0500" y="-1"/>
            <a:ext cx="3013499" cy="301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30f37819331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300" y="379899"/>
            <a:ext cx="4784399" cy="123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0f37819331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250" y="4284875"/>
            <a:ext cx="525125" cy="52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30f37819331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8600" y="4329675"/>
            <a:ext cx="1535075" cy="18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g30f37819331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28600" y="4586725"/>
            <a:ext cx="1578550" cy="18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0f37819331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2000" y="1419625"/>
            <a:ext cx="3907850" cy="28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0f37819331_0_0"/>
          <p:cNvSpPr txBox="1"/>
          <p:nvPr>
            <p:ph type="ctrTitle"/>
          </p:nvPr>
        </p:nvSpPr>
        <p:spPr>
          <a:xfrm>
            <a:off x="898600" y="1419625"/>
            <a:ext cx="4481100" cy="215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uk" sz="3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Проєкт</a:t>
            </a:r>
            <a:endParaRPr b="1" sz="3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uk" sz="3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Федоров Руслан</a:t>
            </a:r>
            <a:endParaRPr b="1" sz="3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9" name="Google Shape;219;g30f37819331_0_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6255099">
            <a:off x="2429000" y="1713500"/>
            <a:ext cx="1420300" cy="142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g322e0b67126_0_5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928950">
            <a:off x="6833006" y="539361"/>
            <a:ext cx="2958914" cy="166437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22e0b67126_0_528"/>
          <p:cNvSpPr/>
          <p:nvPr/>
        </p:nvSpPr>
        <p:spPr>
          <a:xfrm>
            <a:off x="567125" y="126525"/>
            <a:ext cx="7263600" cy="732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uk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Назва гри та ідея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g322e0b67126_0_528"/>
          <p:cNvSpPr txBox="1"/>
          <p:nvPr/>
        </p:nvSpPr>
        <p:spPr>
          <a:xfrm>
            <a:off x="363600" y="871575"/>
            <a:ext cx="7008600" cy="39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Char char="●"/>
            </a:pPr>
            <a:r>
              <a:rPr b="0" i="0" lang="uk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Жанр моєї гри: </a:t>
            </a:r>
            <a:r>
              <a:rPr lang="uk" sz="2400">
                <a:latin typeface="Montserrat"/>
                <a:ea typeface="Montserrat"/>
                <a:cs typeface="Montserrat"/>
                <a:sym typeface="Montserrat"/>
              </a:rPr>
              <a:t>Roguelike</a:t>
            </a:r>
            <a:endParaRPr b="0" i="0" sz="2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latin typeface="Montserrat"/>
                <a:ea typeface="Montserrat"/>
                <a:cs typeface="Montserrat"/>
                <a:sym typeface="Montserrat"/>
              </a:rPr>
              <a:t>Roguelike — це жанр ігор із випадковою генерацією рівнів і високою складністю. Після поразки гравець зазвичай починає заново, втрачаючи прогрес. Такі ігри розраховані на багаторазове проходження та вимагають продуманих рішень.</a:t>
            </a:r>
            <a:endParaRPr b="0" i="0" sz="2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g36645a5562d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8500" y="1271851"/>
            <a:ext cx="4470443" cy="240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36645a5562d_0_35"/>
          <p:cNvSpPr/>
          <p:nvPr/>
        </p:nvSpPr>
        <p:spPr>
          <a:xfrm>
            <a:off x="567125" y="126525"/>
            <a:ext cx="7263600" cy="732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uk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Планування та дизайн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g36645a5562d_0_35"/>
          <p:cNvSpPr txBox="1"/>
          <p:nvPr/>
        </p:nvSpPr>
        <p:spPr>
          <a:xfrm>
            <a:off x="440025" y="1122150"/>
            <a:ext cx="5169000" cy="24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uk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 моїй грі є такі об’єкти:</a:t>
            </a:r>
            <a:endParaRPr b="0" i="0" sz="2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Char char="★"/>
            </a:pPr>
            <a:r>
              <a:rPr lang="uk" sz="2400">
                <a:latin typeface="Montserrat"/>
                <a:ea typeface="Montserrat"/>
                <a:cs typeface="Montserrat"/>
                <a:sym typeface="Montserrat"/>
              </a:rPr>
              <a:t>Танки</a:t>
            </a:r>
            <a:endParaRPr b="0" i="0" sz="2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Char char="★"/>
            </a:pPr>
            <a:r>
              <a:rPr lang="uk" sz="2400">
                <a:latin typeface="Montserrat"/>
                <a:ea typeface="Montserrat"/>
                <a:cs typeface="Montserrat"/>
                <a:sym typeface="Montserrat"/>
              </a:rPr>
              <a:t>Стіни</a:t>
            </a:r>
            <a:endParaRPr b="0" i="0" sz="2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Char char="★"/>
            </a:pPr>
            <a:r>
              <a:rPr lang="uk" sz="2400">
                <a:latin typeface="Montserrat"/>
                <a:ea typeface="Montserrat"/>
                <a:cs typeface="Montserrat"/>
                <a:sym typeface="Montserrat"/>
              </a:rPr>
              <a:t>Фон</a:t>
            </a:r>
            <a:endParaRPr b="0" i="0" sz="2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Char char="★"/>
            </a:pPr>
            <a:r>
              <a:rPr lang="uk" sz="2400">
                <a:latin typeface="Montserrat"/>
                <a:ea typeface="Montserrat"/>
                <a:cs typeface="Montserrat"/>
                <a:sym typeface="Montserrat"/>
              </a:rPr>
              <a:t>Пулі</a:t>
            </a:r>
            <a:endParaRPr b="0" i="0" sz="2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g36645a5562d_0_35"/>
          <p:cNvSpPr txBox="1"/>
          <p:nvPr/>
        </p:nvSpPr>
        <p:spPr>
          <a:xfrm>
            <a:off x="6588125" y="1271850"/>
            <a:ext cx="21288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g36645a5562d_0_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280556">
            <a:off x="6509276" y="1601763"/>
            <a:ext cx="1674249" cy="1674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g36645a5562d_0_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6739548">
            <a:off x="6304426" y="1499172"/>
            <a:ext cx="759797" cy="759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g36645a5562d_0_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1733934">
            <a:off x="5557369" y="1821991"/>
            <a:ext cx="956610" cy="956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91b8794acf_0_0"/>
          <p:cNvSpPr/>
          <p:nvPr/>
        </p:nvSpPr>
        <p:spPr>
          <a:xfrm>
            <a:off x="567125" y="126525"/>
            <a:ext cx="7263600" cy="732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uk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Назва гри та ідея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g391b8794acf_0_0"/>
          <p:cNvSpPr txBox="1"/>
          <p:nvPr/>
        </p:nvSpPr>
        <p:spPr>
          <a:xfrm>
            <a:off x="756725" y="1383325"/>
            <a:ext cx="7008600" cy="3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uk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Для створення своєї гри я запрограмував такі класи:</a:t>
            </a:r>
            <a:endParaRPr b="0" i="0" sz="2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Char char="★"/>
            </a:pPr>
            <a:r>
              <a:rPr lang="uk" sz="2400">
                <a:latin typeface="Montserrat"/>
                <a:ea typeface="Montserrat"/>
                <a:cs typeface="Montserrat"/>
                <a:sym typeface="Montserrat"/>
              </a:rPr>
              <a:t>Object</a:t>
            </a:r>
            <a:endParaRPr b="0" i="0" sz="2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Char char="★"/>
            </a:pPr>
            <a:r>
              <a:rPr lang="uk" sz="2400">
                <a:latin typeface="Montserrat"/>
                <a:ea typeface="Montserrat"/>
                <a:cs typeface="Montserrat"/>
                <a:sym typeface="Montserrat"/>
              </a:rPr>
              <a:t>Round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★"/>
            </a:pPr>
            <a:r>
              <a:rPr lang="uk" sz="2400">
                <a:latin typeface="Montserrat"/>
                <a:ea typeface="Montserrat"/>
                <a:cs typeface="Montserrat"/>
                <a:sym typeface="Montserrat"/>
              </a:rPr>
              <a:t>Game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★"/>
            </a:pPr>
            <a:r>
              <a:rPr lang="uk" sz="2400">
                <a:latin typeface="Montserrat"/>
                <a:ea typeface="Montserrat"/>
                <a:cs typeface="Montserrat"/>
                <a:sym typeface="Montserrat"/>
              </a:rPr>
              <a:t>Button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★"/>
            </a:pPr>
            <a:r>
              <a:rPr lang="uk" sz="2400">
                <a:latin typeface="Montserrat"/>
                <a:ea typeface="Montserrat"/>
                <a:cs typeface="Montserrat"/>
                <a:sym typeface="Montserrat"/>
              </a:rPr>
              <a:t>Та </a:t>
            </a:r>
            <a:r>
              <a:rPr lang="uk" sz="2400">
                <a:latin typeface="Montserrat"/>
                <a:ea typeface="Montserrat"/>
                <a:cs typeface="Montserrat"/>
                <a:sym typeface="Montserrat"/>
              </a:rPr>
              <a:t>інші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4" name="Google Shape;244;g391b8794ac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0875" y="1929550"/>
            <a:ext cx="5383775" cy="288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6645a5562d_0_40"/>
          <p:cNvSpPr/>
          <p:nvPr/>
        </p:nvSpPr>
        <p:spPr>
          <a:xfrm>
            <a:off x="629225" y="174625"/>
            <a:ext cx="7263600" cy="732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uk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Ігрова логіка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g36645a5562d_0_40"/>
          <p:cNvSpPr txBox="1"/>
          <p:nvPr/>
        </p:nvSpPr>
        <p:spPr>
          <a:xfrm>
            <a:off x="886725" y="1016075"/>
            <a:ext cx="70086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uk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Правила гри:</a:t>
            </a:r>
            <a:endParaRPr b="0" i="0" sz="2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AutoNum type="arabicPeriod"/>
            </a:pPr>
            <a:r>
              <a:rPr lang="uk" sz="2400">
                <a:latin typeface="Montserrat"/>
                <a:ea typeface="Montserrat"/>
                <a:cs typeface="Montserrat"/>
                <a:sym typeface="Montserrat"/>
              </a:rPr>
              <a:t>Вам під </a:t>
            </a:r>
            <a:r>
              <a:rPr lang="uk" sz="2400">
                <a:latin typeface="Montserrat"/>
                <a:ea typeface="Montserrat"/>
                <a:cs typeface="Montserrat"/>
                <a:sym typeface="Montserrat"/>
              </a:rPr>
              <a:t>контроль</a:t>
            </a:r>
            <a:r>
              <a:rPr lang="uk" sz="2400">
                <a:latin typeface="Montserrat"/>
                <a:ea typeface="Montserrat"/>
                <a:cs typeface="Montserrat"/>
                <a:sym typeface="Montserrat"/>
              </a:rPr>
              <a:t> віддають танк</a:t>
            </a:r>
            <a:endParaRPr b="0" i="0" sz="2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AutoNum type="arabicPeriod"/>
            </a:pPr>
            <a:r>
              <a:rPr lang="uk" sz="2400">
                <a:latin typeface="Montserrat"/>
                <a:ea typeface="Montserrat"/>
                <a:cs typeface="Montserrat"/>
                <a:sym typeface="Montserrat"/>
              </a:rPr>
              <a:t>У вас е соперники</a:t>
            </a:r>
            <a:endParaRPr b="0" i="0" sz="2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AutoNum type="arabicPeriod"/>
            </a:pPr>
            <a:r>
              <a:rPr lang="uk" sz="2400">
                <a:latin typeface="Montserrat"/>
                <a:ea typeface="Montserrat"/>
                <a:cs typeface="Montserrat"/>
                <a:sym typeface="Montserrat"/>
              </a:rPr>
              <a:t>Якщо ви </a:t>
            </a:r>
            <a:r>
              <a:rPr lang="uk" sz="2400">
                <a:latin typeface="Montserrat"/>
                <a:ea typeface="Montserrat"/>
                <a:cs typeface="Montserrat"/>
                <a:sym typeface="Montserrat"/>
              </a:rPr>
              <a:t>виграєте</a:t>
            </a:r>
            <a:r>
              <a:rPr lang="uk" sz="2400">
                <a:latin typeface="Montserrat"/>
                <a:ea typeface="Montserrat"/>
                <a:cs typeface="Montserrat"/>
                <a:sym typeface="Montserrat"/>
              </a:rPr>
              <a:t> вам дають покращення</a:t>
            </a:r>
            <a:endParaRPr b="0" i="0" sz="2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AutoNum type="arabicPeriod"/>
            </a:pPr>
            <a:r>
              <a:rPr lang="uk" sz="2400">
                <a:latin typeface="Montserrat"/>
                <a:ea typeface="Montserrat"/>
                <a:cs typeface="Montserrat"/>
                <a:sym typeface="Montserrat"/>
              </a:rPr>
              <a:t>Якщо ні </a:t>
            </a:r>
            <a:r>
              <a:rPr lang="uk" sz="2400">
                <a:latin typeface="Montserrat"/>
                <a:ea typeface="Montserrat"/>
                <a:cs typeface="Montserrat"/>
                <a:sym typeface="Montserrat"/>
              </a:rPr>
              <a:t>починаєте</a:t>
            </a:r>
            <a:r>
              <a:rPr lang="uk" sz="2400">
                <a:latin typeface="Montserrat"/>
                <a:ea typeface="Montserrat"/>
                <a:cs typeface="Montserrat"/>
                <a:sym typeface="Montserrat"/>
              </a:rPr>
              <a:t> заново</a:t>
            </a:r>
            <a:endParaRPr b="0" i="0" sz="2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6645a5562d_0_45"/>
          <p:cNvSpPr/>
          <p:nvPr/>
        </p:nvSpPr>
        <p:spPr>
          <a:xfrm>
            <a:off x="629225" y="174625"/>
            <a:ext cx="7263600" cy="732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uk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Додаткові елементи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g36645a5562d_0_45"/>
          <p:cNvSpPr txBox="1"/>
          <p:nvPr/>
        </p:nvSpPr>
        <p:spPr>
          <a:xfrm>
            <a:off x="756725" y="1721325"/>
            <a:ext cx="70086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Char char="●"/>
            </a:pPr>
            <a:r>
              <a:rPr lang="uk" sz="2400">
                <a:latin typeface="Montserrat"/>
                <a:ea typeface="Montserrat"/>
                <a:cs typeface="Montserrat"/>
                <a:sym typeface="Montserrat"/>
              </a:rPr>
              <a:t>Багато </a:t>
            </a:r>
            <a:r>
              <a:rPr lang="uk" sz="2400">
                <a:latin typeface="Montserrat"/>
                <a:ea typeface="Montserrat"/>
                <a:cs typeface="Montserrat"/>
                <a:sym typeface="Montserrat"/>
              </a:rPr>
              <a:t>різноманітних рівнів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Char char="●"/>
            </a:pPr>
            <a:r>
              <a:rPr lang="uk" sz="2400">
                <a:latin typeface="Montserrat"/>
                <a:ea typeface="Montserrat"/>
                <a:cs typeface="Montserrat"/>
                <a:sym typeface="Montserrat"/>
              </a:rPr>
              <a:t>Можливість створювати яки заманеця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●"/>
            </a:pPr>
            <a:r>
              <a:rPr lang="uk" sz="2400">
                <a:latin typeface="Montserrat"/>
                <a:ea typeface="Montserrat"/>
                <a:cs typeface="Montserrat"/>
                <a:sym typeface="Montserrat"/>
              </a:rPr>
              <a:t>Покращення характеристик для гравця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02B7A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g36645a5562d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0500" y="-1"/>
            <a:ext cx="3013499" cy="301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36645a5562d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250" y="4284875"/>
            <a:ext cx="525125" cy="52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g36645a5562d_0_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28600" y="4329675"/>
            <a:ext cx="1535075" cy="18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g36645a5562d_0_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8600" y="4586725"/>
            <a:ext cx="1578550" cy="181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36645a5562d_0_1"/>
          <p:cNvSpPr txBox="1"/>
          <p:nvPr>
            <p:ph type="ctrTitle"/>
          </p:nvPr>
        </p:nvSpPr>
        <p:spPr>
          <a:xfrm>
            <a:off x="1175375" y="1419625"/>
            <a:ext cx="6156600" cy="215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uk" sz="6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Презентація проєкту</a:t>
            </a:r>
            <a:endParaRPr b="1" sz="6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6" name="Google Shape;266;g36645a5562d_0_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6523625" y="2882975"/>
            <a:ext cx="1752475" cy="1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g36645a5562d_0_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5400000">
            <a:off x="7032748" y="1560525"/>
            <a:ext cx="596700" cy="59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02B7A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g391b8794acf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0500" y="-1"/>
            <a:ext cx="3013499" cy="301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g391b8794acf_0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250" y="4284875"/>
            <a:ext cx="525125" cy="52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g391b8794acf_0_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28600" y="4329675"/>
            <a:ext cx="1535075" cy="18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g391b8794acf_0_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8600" y="4586725"/>
            <a:ext cx="1578550" cy="1817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391b8794acf_0_6"/>
          <p:cNvSpPr txBox="1"/>
          <p:nvPr>
            <p:ph type="ctrTitle"/>
          </p:nvPr>
        </p:nvSpPr>
        <p:spPr>
          <a:xfrm>
            <a:off x="1175375" y="1419625"/>
            <a:ext cx="4481100" cy="215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uk" sz="6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Дякую за увагу!</a:t>
            </a:r>
            <a:endParaRPr b="1" sz="6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ogika 2024/25">
  <a:themeElements>
    <a:clrScheme name="Simple Light">
      <a:dk1>
        <a:srgbClr val="602B7A"/>
      </a:dk1>
      <a:lt1>
        <a:srgbClr val="FFFFFF"/>
      </a:lt1>
      <a:dk2>
        <a:srgbClr val="FFD631"/>
      </a:dk2>
      <a:lt2>
        <a:srgbClr val="DDF0FB"/>
      </a:lt2>
      <a:accent1>
        <a:srgbClr val="FF814B"/>
      </a:accent1>
      <a:accent2>
        <a:srgbClr val="374C92"/>
      </a:accent2>
      <a:accent3>
        <a:srgbClr val="E7416C"/>
      </a:accent3>
      <a:accent4>
        <a:srgbClr val="95C11F"/>
      </a:accent4>
      <a:accent5>
        <a:srgbClr val="29235C"/>
      </a:accent5>
      <a:accent6>
        <a:srgbClr val="E63417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Oksana Kovalchuk</dc:creator>
</cp:coreProperties>
</file>